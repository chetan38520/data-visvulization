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71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406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83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24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30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75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375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6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44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856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907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233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479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122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688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931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36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8102F88-6389-47CB-8ECE-43C18ECCDF6A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CDF79-7B11-4B99-A052-A913B0FDA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0305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6122-2F42-4138-974C-606725AE5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729962"/>
            <a:ext cx="8825658" cy="1398076"/>
          </a:xfrm>
        </p:spPr>
        <p:txBody>
          <a:bodyPr/>
          <a:lstStyle/>
          <a:p>
            <a:pPr algn="ctr"/>
            <a:r>
              <a:rPr lang="en-US" dirty="0"/>
              <a:t>Core Python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CB7A9-4A63-4F71-A569-8EFCEDBFC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45148" y="5844209"/>
            <a:ext cx="1658247" cy="536712"/>
          </a:xfrm>
        </p:spPr>
        <p:txBody>
          <a:bodyPr/>
          <a:lstStyle/>
          <a:p>
            <a:r>
              <a:rPr lang="en-US" dirty="0"/>
              <a:t>By chetan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86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EA21-8601-4945-AF39-90AF302C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159027"/>
            <a:ext cx="9404723" cy="1400530"/>
          </a:xfrm>
        </p:spPr>
        <p:txBody>
          <a:bodyPr/>
          <a:lstStyle/>
          <a:p>
            <a:pPr algn="ctr"/>
            <a:r>
              <a:rPr lang="en-US" dirty="0"/>
              <a:t> Introduction to Python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D14986-0CF2-4203-B332-4F82537AE1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062" y="1338295"/>
            <a:ext cx="9705296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high-level, interpreted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by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Guido van Rossum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Emphasizes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readability and simplicity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and cross-platform.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215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49FD-09AC-4195-8CC1-DDDF381C8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145774"/>
            <a:ext cx="9404723" cy="1152939"/>
          </a:xfrm>
        </p:spPr>
        <p:txBody>
          <a:bodyPr/>
          <a:lstStyle/>
          <a:p>
            <a:pPr algn="ctr"/>
            <a:r>
              <a:rPr lang="en-US" dirty="0"/>
              <a:t>Introduction to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3930-7D8A-4EC9-A1F4-A45D607E9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51" y="939735"/>
            <a:ext cx="11764549" cy="5918265"/>
          </a:xfrm>
        </p:spPr>
        <p:txBody>
          <a:bodyPr/>
          <a:lstStyle/>
          <a:p>
            <a:r>
              <a:rPr lang="en-US" b="1" dirty="0"/>
              <a:t>Python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and easy to learn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Interpreted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Dynamically typed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Object-oriented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Extensive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Cross-platform support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Python Architecture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Source Code (.</a:t>
            </a:r>
            <a:r>
              <a:rPr lang="en-IN" b="1" dirty="0" err="1"/>
              <a:t>py</a:t>
            </a:r>
            <a:r>
              <a:rPr lang="en-IN" b="1" dirty="0"/>
              <a:t>)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Compiler → Bytecode (.</a:t>
            </a:r>
            <a:r>
              <a:rPr lang="en-IN" b="1" dirty="0" err="1"/>
              <a:t>pyc</a:t>
            </a:r>
            <a:r>
              <a:rPr lang="en-IN" b="1" dirty="0"/>
              <a:t>)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Python Virtual Machine (PVM)</a:t>
            </a:r>
            <a:r>
              <a:rPr lang="en-IN" dirty="0"/>
              <a:t> executes 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954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296C-1B2E-4DA7-AC45-1E3D85DD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9379"/>
            <a:ext cx="5199079" cy="1111038"/>
          </a:xfrm>
        </p:spPr>
        <p:txBody>
          <a:bodyPr/>
          <a:lstStyle/>
          <a:p>
            <a:pPr algn="ctr"/>
            <a:r>
              <a:rPr lang="en-IN" dirty="0"/>
              <a:t>Basic Syntax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6E5919-8491-41D6-9D10-F86EA619F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9356" y="1525081"/>
            <a:ext cx="384783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Indentation defines code blocks (no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{}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dirty="0"/>
              <a:t>Comments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altLang="en-US" dirty="0">
                <a:latin typeface="Arial" panose="020B0604020202020204" pitchFamily="34" charset="0"/>
              </a:rPr>
              <a:t>      # This is a comment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dirty="0"/>
              <a:t>Variables: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dirty="0"/>
              <a:t>      </a:t>
            </a:r>
            <a:r>
              <a:rPr lang="en-IN" altLang="en-US" dirty="0">
                <a:latin typeface="Arial" panose="020B0604020202020204" pitchFamily="34" charset="0"/>
              </a:rPr>
              <a:t>name = "Kumar"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altLang="en-US" dirty="0">
                <a:latin typeface="Arial" panose="020B0604020202020204" pitchFamily="34" charset="0"/>
              </a:rPr>
              <a:t>     age = 20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dirty="0"/>
              <a:t>Print Statement</a:t>
            </a:r>
            <a:endParaRPr lang="en-IN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2652D72-8517-4E4E-A715-C819FB166207}"/>
              </a:ext>
            </a:extLst>
          </p:cNvPr>
          <p:cNvSpPr txBox="1">
            <a:spLocks/>
          </p:cNvSpPr>
          <p:nvPr/>
        </p:nvSpPr>
        <p:spPr>
          <a:xfrm>
            <a:off x="5512904" y="229379"/>
            <a:ext cx="5199079" cy="11110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/>
              <a:t>Data Type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B21ED93-046D-4940-A24D-F97E35FBA5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86329" y="1548869"/>
            <a:ext cx="498281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float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complex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"Hello“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[1, 2, 3]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(1, 2, 3)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{1, 2, 3}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Dictionary: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{"name": "Kumar", "age": 20}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100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296C-1B2E-4DA7-AC45-1E3D85DD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460" y="278296"/>
            <a:ext cx="5199079" cy="1141634"/>
          </a:xfrm>
        </p:spPr>
        <p:txBody>
          <a:bodyPr/>
          <a:lstStyle/>
          <a:p>
            <a:pPr algn="ctr"/>
            <a:r>
              <a:rPr lang="en-IN" dirty="0"/>
              <a:t>Control Statements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6E5919-8491-41D6-9D10-F86EA619F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6348" y="1370945"/>
            <a:ext cx="374134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dirty="0"/>
              <a:t>Conditional Statements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I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age &gt;= 18: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print("Adult")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print("Minor")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AF3429E-2F6A-4F03-B43E-3C12EB2D9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348" y="3617714"/>
            <a:ext cx="37413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dirty="0"/>
              <a:t>Loop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endParaRPr lang="en-IN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 for 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 in range(5):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    print(</a:t>
            </a:r>
            <a:r>
              <a:rPr lang="en-US" altLang="en-US" dirty="0" err="1">
                <a:latin typeface="Arial" panose="020B0604020202020204" pitchFamily="34" charset="0"/>
              </a:rPr>
              <a:t>i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while condition: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    # code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E50722-C687-4A00-BAB7-AF9763433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74A4344-04D3-4C22-8BAA-5A256F439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3496" y="1370946"/>
            <a:ext cx="374134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dirty="0"/>
              <a:t>Functions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 def greet(name):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       return "Hello, " + name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endParaRPr lang="en-IN" dirty="0"/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3012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2C497-86E7-429D-B9CC-806766DC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32522"/>
            <a:ext cx="9404723" cy="1309909"/>
          </a:xfrm>
        </p:spPr>
        <p:txBody>
          <a:bodyPr/>
          <a:lstStyle/>
          <a:p>
            <a:pPr algn="ctr"/>
            <a:r>
              <a:rPr lang="en-US" dirty="0"/>
              <a:t>String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69597-FB98-4ADD-AD1F-FC22C7878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019248"/>
            <a:ext cx="11348087" cy="5838752"/>
          </a:xfrm>
        </p:spPr>
        <p:txBody>
          <a:bodyPr>
            <a:normAutofit/>
          </a:bodyPr>
          <a:lstStyle/>
          <a:p>
            <a:r>
              <a:rPr lang="en-US" sz="1600" b="1" dirty="0"/>
              <a:t>What is 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sequence of characters</a:t>
            </a:r>
            <a:r>
              <a:rPr lang="en-US" sz="1600" dirty="0"/>
              <a:t> enclosed in </a:t>
            </a:r>
            <a:r>
              <a:rPr lang="en-US" sz="1600" b="1" dirty="0"/>
              <a:t>single ('')</a:t>
            </a:r>
            <a:r>
              <a:rPr lang="en-US" sz="1600" dirty="0"/>
              <a:t> or </a:t>
            </a:r>
            <a:r>
              <a:rPr lang="en-US" sz="1600" b="1" dirty="0"/>
              <a:t>double ("")</a:t>
            </a:r>
            <a:r>
              <a:rPr lang="en-US" sz="1600" dirty="0"/>
              <a:t> quotes.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Strings are </a:t>
            </a:r>
            <a:r>
              <a:rPr lang="en-US" sz="1600" b="1" dirty="0"/>
              <a:t>immutable</a:t>
            </a:r>
            <a:r>
              <a:rPr lang="en-US" sz="1600" dirty="0"/>
              <a:t> (cannot be changed after creation).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IN" sz="1400" dirty="0"/>
              <a:t>Syntax / Example</a:t>
            </a:r>
          </a:p>
          <a:p>
            <a:pPr marL="0" indent="0">
              <a:buNone/>
            </a:pPr>
            <a:r>
              <a:rPr lang="en-IN" sz="1400" dirty="0"/>
              <a:t>         name = "Python Programming“</a:t>
            </a:r>
          </a:p>
          <a:p>
            <a:pPr marL="0" indent="0">
              <a:buNone/>
            </a:pPr>
            <a:endParaRPr lang="en-IN" sz="1400" dirty="0"/>
          </a:p>
          <a:p>
            <a:r>
              <a:rPr lang="en-IN" sz="1400" dirty="0"/>
              <a:t>Common Operations     </a:t>
            </a: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 print(</a:t>
            </a:r>
            <a:r>
              <a:rPr lang="en-IN" sz="1600" dirty="0" err="1"/>
              <a:t>name.lower</a:t>
            </a:r>
            <a:r>
              <a:rPr lang="en-IN" sz="1600" dirty="0"/>
              <a:t>())       # python programming</a:t>
            </a:r>
          </a:p>
          <a:p>
            <a:pPr marL="0" indent="0">
              <a:buNone/>
            </a:pPr>
            <a:r>
              <a:rPr lang="en-IN" sz="1600" dirty="0"/>
              <a:t>       print(</a:t>
            </a:r>
            <a:r>
              <a:rPr lang="en-IN" sz="1600" dirty="0" err="1"/>
              <a:t>name.upper</a:t>
            </a:r>
            <a:r>
              <a:rPr lang="en-IN" sz="1600" dirty="0"/>
              <a:t>())       # PYTHON PROGRAMMING</a:t>
            </a:r>
          </a:p>
          <a:p>
            <a:pPr marL="0" indent="0">
              <a:buNone/>
            </a:pPr>
            <a:r>
              <a:rPr lang="en-IN" sz="1600" dirty="0"/>
              <a:t>       print(name[0])            # P</a:t>
            </a:r>
          </a:p>
          <a:p>
            <a:pPr marL="0" indent="0">
              <a:buNone/>
            </a:pPr>
            <a:r>
              <a:rPr lang="en-IN" sz="1600" dirty="0"/>
              <a:t>       print(name[0:6])          # Python</a:t>
            </a:r>
          </a:p>
          <a:p>
            <a:pPr marL="0" indent="0">
              <a:buNone/>
            </a:pPr>
            <a:r>
              <a:rPr lang="en-IN" sz="1600" dirty="0"/>
              <a:t>       print(</a:t>
            </a:r>
            <a:r>
              <a:rPr lang="en-IN" sz="1600" dirty="0" err="1"/>
              <a:t>len</a:t>
            </a:r>
            <a:r>
              <a:rPr lang="en-IN" sz="1600" dirty="0"/>
              <a:t>(name))          # 18</a:t>
            </a:r>
          </a:p>
          <a:p>
            <a:pPr marL="0" indent="0">
              <a:buNone/>
            </a:pPr>
            <a:r>
              <a:rPr lang="en-IN" sz="1600" dirty="0"/>
              <a:t>       print("Python" in name)   # True</a:t>
            </a:r>
          </a:p>
          <a:p>
            <a:pPr marL="0" indent="0">
              <a:buNone/>
            </a:pPr>
            <a:r>
              <a:rPr lang="en-IN" sz="1600" dirty="0"/>
              <a:t>       print(</a:t>
            </a:r>
            <a:r>
              <a:rPr lang="en-IN" sz="1600" dirty="0" err="1"/>
              <a:t>name.replace</a:t>
            </a:r>
            <a:r>
              <a:rPr lang="en-IN" sz="1600" dirty="0"/>
              <a:t>("Python", "Core Python"))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558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C190-CE1D-480E-A456-86DCD448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74422"/>
            <a:ext cx="9404723" cy="1400530"/>
          </a:xfrm>
        </p:spPr>
        <p:txBody>
          <a:bodyPr/>
          <a:lstStyle/>
          <a:p>
            <a:pPr algn="ctr"/>
            <a:r>
              <a:rPr lang="en-US" dirty="0"/>
              <a:t>List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B596-1EDC-4052-8A86-D04F94A12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685" y="874687"/>
            <a:ext cx="11857315" cy="59833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What is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A </a:t>
            </a:r>
            <a:r>
              <a:rPr lang="en-US" b="1" dirty="0"/>
              <a:t>collection of ordered and mutable items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Items can be of </a:t>
            </a:r>
            <a:r>
              <a:rPr lang="en-US" b="1" dirty="0"/>
              <a:t>different data types</a:t>
            </a:r>
            <a:endParaRPr lang="en-US" dirty="0"/>
          </a:p>
          <a:p>
            <a:r>
              <a:rPr lang="en-US" b="1" dirty="0"/>
              <a:t>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Ordered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Mutable (can be changed)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Allows duplicates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Indexed</a:t>
            </a:r>
          </a:p>
          <a:p>
            <a:r>
              <a:rPr lang="en-IN" dirty="0"/>
              <a:t>Syntax / Example</a:t>
            </a:r>
          </a:p>
          <a:p>
            <a:pPr marL="0" indent="0">
              <a:buNone/>
            </a:pPr>
            <a:r>
              <a:rPr lang="en-IN" dirty="0"/>
              <a:t>        fruits = ["apple", "banana", "cherry</a:t>
            </a:r>
          </a:p>
          <a:p>
            <a:r>
              <a:rPr lang="en-IN" dirty="0"/>
              <a:t>Common Operations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fruits.append</a:t>
            </a:r>
            <a:r>
              <a:rPr lang="en-IN" dirty="0"/>
              <a:t>("orange")     # Add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fruits.remove</a:t>
            </a:r>
            <a:r>
              <a:rPr lang="en-IN" dirty="0"/>
              <a:t>("banana")     # Remove</a:t>
            </a:r>
          </a:p>
          <a:p>
            <a:pPr marL="0" indent="0">
              <a:buNone/>
            </a:pPr>
            <a:r>
              <a:rPr lang="en-IN" dirty="0"/>
              <a:t>        print(fruits[0])            # Access</a:t>
            </a:r>
          </a:p>
          <a:p>
            <a:pPr marL="0" indent="0">
              <a:buNone/>
            </a:pPr>
            <a:r>
              <a:rPr lang="en-IN" dirty="0"/>
              <a:t>        print(fruits[1:3])          # Slicing</a:t>
            </a:r>
          </a:p>
          <a:p>
            <a:pPr marL="0" indent="0">
              <a:buNone/>
            </a:pPr>
            <a:r>
              <a:rPr lang="en-IN" dirty="0"/>
              <a:t>        print(</a:t>
            </a:r>
            <a:r>
              <a:rPr lang="en-IN" dirty="0" err="1"/>
              <a:t>len</a:t>
            </a:r>
            <a:r>
              <a:rPr lang="en-IN" dirty="0"/>
              <a:t>(fruits))          # Length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86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41C3-36B1-493F-954A-A3BE4280D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41" y="134665"/>
            <a:ext cx="9404723" cy="1164047"/>
          </a:xfrm>
        </p:spPr>
        <p:txBody>
          <a:bodyPr/>
          <a:lstStyle/>
          <a:p>
            <a:pPr algn="ctr"/>
            <a:r>
              <a:rPr lang="en-US" dirty="0"/>
              <a:t>Tuple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F9CBF-0049-4143-BF4E-247DBA68F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190" y="900076"/>
            <a:ext cx="11830810" cy="582325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What is Tuple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collection of ordered and immutable elements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Similar to list, but cannot be modified.</a:t>
            </a:r>
          </a:p>
          <a:p>
            <a:r>
              <a:rPr lang="en-US" b="1" dirty="0"/>
              <a:t>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Immutable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duplicates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Indexed</a:t>
            </a:r>
          </a:p>
          <a:p>
            <a:pPr marL="0" indent="0">
              <a:buNone/>
            </a:pPr>
            <a:r>
              <a:rPr lang="en-IN" b="1" dirty="0"/>
              <a:t>Syntax / Example</a:t>
            </a:r>
          </a:p>
          <a:p>
            <a:pPr marL="0" indent="0">
              <a:buNone/>
            </a:pPr>
            <a:r>
              <a:rPr lang="en-IN" b="1" dirty="0"/>
              <a:t>    </a:t>
            </a:r>
            <a:r>
              <a:rPr lang="en-US" b="1" dirty="0"/>
              <a:t>numbers = (10, 20, 30, 40)</a:t>
            </a:r>
          </a:p>
          <a:p>
            <a:pPr marL="0" indent="0">
              <a:buNone/>
            </a:pPr>
            <a:r>
              <a:rPr lang="en-IN" dirty="0"/>
              <a:t>Common Operations</a:t>
            </a:r>
          </a:p>
          <a:p>
            <a:pPr marL="0" indent="0">
              <a:buNone/>
            </a:pPr>
            <a:r>
              <a:rPr lang="en-US" b="1" dirty="0"/>
              <a:t>      print(numbers[0])        # Access</a:t>
            </a:r>
          </a:p>
          <a:p>
            <a:pPr marL="0" indent="0">
              <a:buNone/>
            </a:pPr>
            <a:r>
              <a:rPr lang="en-US" b="1" dirty="0"/>
              <a:t>      print(</a:t>
            </a:r>
            <a:r>
              <a:rPr lang="en-US" b="1" dirty="0" err="1"/>
              <a:t>numbers.count</a:t>
            </a:r>
            <a:r>
              <a:rPr lang="en-US" b="1" dirty="0"/>
              <a:t>(20)) # Count</a:t>
            </a:r>
          </a:p>
          <a:p>
            <a:pPr marL="0" indent="0">
              <a:buNone/>
            </a:pPr>
            <a:r>
              <a:rPr lang="en-US" b="1" dirty="0"/>
              <a:t>      print(</a:t>
            </a:r>
            <a:r>
              <a:rPr lang="en-US" b="1" dirty="0" err="1"/>
              <a:t>numbers.index</a:t>
            </a:r>
            <a:r>
              <a:rPr lang="en-US" b="1" dirty="0"/>
              <a:t>(30)) # Index</a:t>
            </a:r>
          </a:p>
          <a:p>
            <a:pPr marL="0" indent="0">
              <a:buNone/>
            </a:pPr>
            <a:r>
              <a:rPr lang="en-US" b="1" dirty="0"/>
              <a:t>      print(</a:t>
            </a:r>
            <a:r>
              <a:rPr lang="en-US" b="1" dirty="0" err="1"/>
              <a:t>len</a:t>
            </a:r>
            <a:r>
              <a:rPr lang="en-US" b="1" dirty="0"/>
              <a:t>(numbers))      # Length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726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39A40-6906-4F9B-93A2-42CFDBB9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87674"/>
            <a:ext cx="9404723" cy="1400530"/>
          </a:xfrm>
        </p:spPr>
        <p:txBody>
          <a:bodyPr/>
          <a:lstStyle/>
          <a:p>
            <a:pPr algn="ctr"/>
            <a:r>
              <a:rPr lang="en-US" dirty="0"/>
              <a:t>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70E8-E574-4FFE-A118-E40B95667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04" y="1019249"/>
            <a:ext cx="11754679" cy="583875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What is 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collection of unordered, unique items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to perform </a:t>
            </a:r>
            <a:r>
              <a:rPr lang="en-US" b="1" dirty="0"/>
              <a:t>mathematical set operations</a:t>
            </a:r>
            <a:r>
              <a:rPr lang="en-US" dirty="0"/>
              <a:t> (union, intersection,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b="1" dirty="0"/>
              <a:t>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Unordered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Unindexed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not allow duplicates</a:t>
            </a:r>
          </a:p>
          <a:p>
            <a:r>
              <a:rPr lang="en-US" b="1" dirty="0"/>
              <a:t> Syntax / Example</a:t>
            </a:r>
          </a:p>
          <a:p>
            <a:pPr marL="0" indent="0">
              <a:buNone/>
            </a:pPr>
            <a:r>
              <a:rPr lang="pt-BR" b="1" dirty="0"/>
              <a:t>     a = {1, 2, 3}</a:t>
            </a:r>
          </a:p>
          <a:p>
            <a:pPr marL="0" indent="0">
              <a:buNone/>
            </a:pPr>
            <a:r>
              <a:rPr lang="pt-BR" b="1" dirty="0"/>
              <a:t>     b = {3, 4, 5}</a:t>
            </a:r>
          </a:p>
          <a:p>
            <a:pPr marL="0" indent="0">
              <a:buNone/>
            </a:pPr>
            <a:r>
              <a:rPr lang="pt-BR" b="1" dirty="0"/>
              <a:t>Common Operations</a:t>
            </a:r>
          </a:p>
          <a:p>
            <a:pPr marL="0" indent="0">
              <a:buNone/>
            </a:pPr>
            <a:r>
              <a:rPr lang="pt-BR" b="1" dirty="0"/>
              <a:t>     print(a.union(b))        # {1, 2, 3, 4, 5}</a:t>
            </a:r>
          </a:p>
          <a:p>
            <a:pPr marL="0" indent="0">
              <a:buNone/>
            </a:pPr>
            <a:r>
              <a:rPr lang="pt-BR" b="1" dirty="0"/>
              <a:t>     print(a.intersection(b)) # {3}</a:t>
            </a:r>
          </a:p>
          <a:p>
            <a:pPr marL="0" indent="0">
              <a:buNone/>
            </a:pPr>
            <a:r>
              <a:rPr lang="pt-BR" b="1" dirty="0"/>
              <a:t>     print(a.difference(b))   # {1, 2}</a:t>
            </a:r>
          </a:p>
          <a:p>
            <a:pPr marL="0" indent="0">
              <a:buNone/>
            </a:pPr>
            <a:r>
              <a:rPr lang="pt-BR" b="1" dirty="0"/>
              <a:t>     a.add(6)                 # Add element</a:t>
            </a:r>
          </a:p>
          <a:p>
            <a:pPr marL="0" indent="0">
              <a:buNone/>
            </a:pPr>
            <a:r>
              <a:rPr lang="pt-BR" b="1" dirty="0"/>
              <a:t>     a.remove(2)              # Remove element</a:t>
            </a:r>
          </a:p>
          <a:p>
            <a:pPr marL="0" indent="0">
              <a:buNone/>
            </a:pPr>
            <a:endParaRPr lang="pt-BR" b="1" dirty="0"/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63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CA36-94D8-4CA8-9EA9-0A279291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0"/>
            <a:ext cx="9404723" cy="1073426"/>
          </a:xfrm>
        </p:spPr>
        <p:txBody>
          <a:bodyPr/>
          <a:lstStyle/>
          <a:p>
            <a:pPr algn="ctr"/>
            <a:r>
              <a:rPr lang="en-US" dirty="0"/>
              <a:t>Dictionary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5D9E6-E219-4633-BFC5-6D8954779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16" y="820466"/>
            <a:ext cx="11671784" cy="603753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What is Dictionary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A </a:t>
            </a:r>
            <a:r>
              <a:rPr lang="en-US" b="1" dirty="0"/>
              <a:t>collection of key–value pairs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Each key must be </a:t>
            </a:r>
            <a:r>
              <a:rPr lang="en-US" b="1" dirty="0"/>
              <a:t>unique</a:t>
            </a:r>
            <a:r>
              <a:rPr lang="en-US" dirty="0"/>
              <a:t> and </a:t>
            </a:r>
            <a:r>
              <a:rPr lang="en-US" b="1" dirty="0"/>
              <a:t>immutable</a:t>
            </a:r>
            <a:r>
              <a:rPr lang="en-US" dirty="0"/>
              <a:t>.</a:t>
            </a:r>
          </a:p>
          <a:p>
            <a:r>
              <a:rPr lang="en-US" b="1" dirty="0"/>
              <a:t> Properties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Mutable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Unordered (Python 3.7+ maintains insertion order)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Keys are unique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Values can be duplicate</a:t>
            </a:r>
          </a:p>
          <a:p>
            <a:r>
              <a:rPr lang="en-US" b="1" dirty="0"/>
              <a:t> Syntax / Example</a:t>
            </a:r>
          </a:p>
          <a:p>
            <a:pPr marL="0" indent="0">
              <a:buNone/>
            </a:pPr>
            <a:r>
              <a:rPr lang="en-US" b="1" dirty="0"/>
              <a:t>        student = {"name": "Kumar", "age": 20, "course": "Python"}</a:t>
            </a:r>
          </a:p>
          <a:p>
            <a:r>
              <a:rPr lang="en-US" b="1" dirty="0"/>
              <a:t>Common Operations</a:t>
            </a:r>
          </a:p>
          <a:p>
            <a:pPr marL="0" indent="0">
              <a:buNone/>
            </a:pPr>
            <a:r>
              <a:rPr lang="en-US" b="1" dirty="0"/>
              <a:t>        print(student["name"])       # Access value</a:t>
            </a:r>
          </a:p>
          <a:p>
            <a:pPr marL="0" indent="0">
              <a:buNone/>
            </a:pPr>
            <a:r>
              <a:rPr lang="en-US" b="1" dirty="0"/>
              <a:t>        student["city"] = "Delhi"    # Add new key-value</a:t>
            </a:r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student.pop</a:t>
            </a:r>
            <a:r>
              <a:rPr lang="en-US" b="1" dirty="0"/>
              <a:t>("age")           # Remove key</a:t>
            </a:r>
          </a:p>
          <a:p>
            <a:pPr marL="0" indent="0">
              <a:buNone/>
            </a:pPr>
            <a:r>
              <a:rPr lang="en-US" b="1" dirty="0"/>
              <a:t>        print(</a:t>
            </a:r>
            <a:r>
              <a:rPr lang="en-US" b="1" dirty="0" err="1"/>
              <a:t>student.keys</a:t>
            </a:r>
            <a:r>
              <a:rPr lang="en-US" b="1" dirty="0"/>
              <a:t>())        # Get all keys</a:t>
            </a:r>
          </a:p>
          <a:p>
            <a:pPr marL="0" indent="0">
              <a:buNone/>
            </a:pPr>
            <a:r>
              <a:rPr lang="en-US" b="1" dirty="0"/>
              <a:t>        print(</a:t>
            </a:r>
            <a:r>
              <a:rPr lang="en-US" b="1" dirty="0" err="1"/>
              <a:t>student.values</a:t>
            </a:r>
            <a:r>
              <a:rPr lang="en-US" b="1" dirty="0"/>
              <a:t>())      # Get all values</a:t>
            </a:r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851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29F9-55AF-4081-BB28-CF329746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3078845"/>
            <a:ext cx="9404723" cy="700309"/>
          </a:xfrm>
        </p:spPr>
        <p:txBody>
          <a:bodyPr/>
          <a:lstStyle/>
          <a:p>
            <a:pPr algn="ctr"/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542096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</TotalTime>
  <Words>777</Words>
  <Application>Microsoft Office PowerPoint</Application>
  <PresentationFormat>Widescreen</PresentationFormat>
  <Paragraphs>162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Century Gothic</vt:lpstr>
      <vt:lpstr>Wingdings 3</vt:lpstr>
      <vt:lpstr>Ion</vt:lpstr>
      <vt:lpstr>Core Python  </vt:lpstr>
      <vt:lpstr> Introduction to Python</vt:lpstr>
      <vt:lpstr>Introduction to Python</vt:lpstr>
      <vt:lpstr>Basic Syntax</vt:lpstr>
      <vt:lpstr>Control Statements</vt:lpstr>
      <vt:lpstr>String</vt:lpstr>
      <vt:lpstr>List</vt:lpstr>
      <vt:lpstr>Tuple</vt:lpstr>
      <vt:lpstr>Set</vt:lpstr>
      <vt:lpstr>Dictionary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Python</dc:title>
  <dc:creator>chetan kumar</dc:creator>
  <cp:lastModifiedBy>chetan kumar</cp:lastModifiedBy>
  <cp:revision>6</cp:revision>
  <dcterms:created xsi:type="dcterms:W3CDTF">2025-11-13T06:36:38Z</dcterms:created>
  <dcterms:modified xsi:type="dcterms:W3CDTF">2025-11-13T07:25:49Z</dcterms:modified>
</cp:coreProperties>
</file>